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85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2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985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One-liner: we test whether a real-money prediction market forecasts US CPI well, using its full price history. Status: data pipeline done, first results in hand.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60-75s. Explain threshold contracts with the example table. Key sentence: differencing adjacent threshold prices turns a set of binary contracts into a full probability distribution over the CPI print, and its weighted average is the market's point forecast.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Markets Know Inflation First?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22960" y="31546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Kalshi's CPI prediction markets (KXCPI) as inflation forecasts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progress report  ·  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6309360" y="1325880"/>
            <a:ext cx="5303520" cy="4846320"/>
          </a:xfrm>
          <a:prstGeom prst="roundRect">
            <a:avLst>
              <a:gd name="adj" fmla="val 1887"/>
            </a:avLst>
          </a:prstGeom>
          <a:solidFill>
            <a:srgbClr val="EEF3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market: monthly CPI threshold contracts on Kalshi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309360" y="4739640"/>
            <a:ext cx="5394960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92240" y="483449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Implied mean — the market’s point forecast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92240" y="524939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probability × outcome: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.05×0.0 + .17×0.1 + .43×0.2 + .27×0.3 + .08×0.4 = 0.216%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583680" y="15544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prices → probability distribution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2057400"/>
          <a:ext cx="4754880" cy="240792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= P(above)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Outcome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0.2%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 &gt; 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8¢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0.3%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3C662C9F-049E-8E66-43A3-618EFF012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325880"/>
            <a:ext cx="4429760" cy="46091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206</Words>
  <Application>Microsoft Macintosh PowerPoint</Application>
  <PresentationFormat>Widescreen</PresentationFormat>
  <Paragraphs>33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Cambria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Yuang Fu</cp:lastModifiedBy>
  <cp:revision>3</cp:revision>
  <dcterms:created xsi:type="dcterms:W3CDTF">2026-07-21T23:28:22Z</dcterms:created>
  <dcterms:modified xsi:type="dcterms:W3CDTF">2026-08-12T00:19:23Z</dcterms:modified>
</cp:coreProperties>
</file>