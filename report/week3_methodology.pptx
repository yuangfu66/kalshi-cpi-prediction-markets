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15s. Today: three methodology rules that turn raw exchange quotes into usable probability forecasts, each demonstrated with a worked example from our own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90s. Key stat: over half of quote-days have zero trades - a last-trade price simply doesn't exist there. Quotes are enforceable commitments, so the midpoint is both available and unbiased (no bid-ask bounce).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75s. Real day from our data: the August 2023 event, Sept 11 2023, two days before release. S(x) = quoted midpoint of the 'above x' contract. Slices sum to exactly 1 by telescoping - true for ANY prices - so sum-to-one is a property of the construction, not evidence of coherence. The actual print was 0.6%, the 30.5% slice.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90s. Real day from our data: the January 2024 event on Feb 1, 2024, 12 days before release. The -0.1% contract was quoted at 97 cents while the easier-to-win -0.2% contract sat at 90 - stale quotes in a quiet stretch. Running minimum caps both offenders; the recorded mono_violation for the day is 0.07, exactly what appears in distribution_day. Emphasize: measure, fix,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Deep-Dive: From Prices to Probabilities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data-handling rules, each shown on real KXCPI data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update  ·  Kalshi CPI prediction-market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1 — Price = bid/ask midpoint, not the last trade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3949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53% of contract-days with live quotes, nothing traded at all — there is no trade price, and when there is one it can be days old (“stale”).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midpoint of the closing bid and ask. Quotes are live commitments — real orders someone must honor — so they are current even on zero-trade days.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truth is bracketed — if people buy at the bid and sell at the ask, the consensus probability must lie between them.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309360" y="1325880"/>
            <a:ext cx="5303520" cy="4846320"/>
          </a:xfrm>
          <a:prstGeom prst="roundRect">
            <a:avLst>
              <a:gd name="adj" fmla="val 1887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— KXCPI-25JAN-T0.4 on Jan 3, 2025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“Will January 2025 CPI rise more than 0.4%?”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286000"/>
          <a:ext cx="47548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Trades that day (volume)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— nothing traded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trade price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bid (sell now at…)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ask (buy now at…)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Midpoint → P(CPI &gt; 0.4%)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(0.25+0.35)/2 = $0.30 → 30%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583680" y="51206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last-trade rule would have no price at all here; the midpoint gives a live 30% forecast. (January CPI came in at 0.5% — the contract settled YES.)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2 — Probabilities sum to 1 by construction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contracts are thresholds (“CPI above x%”), so we build the distribution by differencing adjacent prices.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the slices makes every price cancel — a telescoping sum. Only the 1 survives, whatever the prices are.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unlike range-bracket markets (which can sum to 96% or 104% and need renormalizing), our sum-to-one needs no adjustment — verified: exactly 1.0 on all 3,484 event-days.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incoherence must therefore show up elsewhere → Rule 3.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309360" y="1325880"/>
            <a:ext cx="5303520" cy="4846320"/>
          </a:xfrm>
          <a:prstGeom prst="roundRect">
            <a:avLst>
              <a:gd name="adj" fmla="val 1887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— CPI-23AUG, Sept 11 2023 (2 days pre-release)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quoted midpoints, all four informative thresholds that day: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194560"/>
          <a:ext cx="4754880" cy="914400"/>
        </p:xfrm>
        <a:graphic>
          <a:graphicData uri="http://schemas.openxmlformats.org/drawingml/2006/table">
            <a:tbl>
              <a:tblPr/>
              <a:tblGrid>
                <a:gridCol w="1584960"/>
                <a:gridCol w="1584960"/>
                <a:gridCol w="15849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slice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≤ 0.4%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1 − S(0.4)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1 − 0.985 = 0.015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= 0.5%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S(0.4) − S(0.5)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0.985 − 0.820 = 0.165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= 0.6%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S(0.5) − S(0.6)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0.820 − 0.515 = 0.305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= 0.7%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S(0.6) − S(0.7)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0.515 − 0.100 = 0.415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&gt; 0.7%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S(0.7)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cancels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1.000 exactly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583680" y="5120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(1−S₁) + (S₁−S₂) + (S₂−S₃) + (S₃−S₄) + S₄  =  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83680" y="55321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later the BLS printed 0.6% — the bolded slice. Same cancellation works for any prices on any day.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3 — Out-of-order prices: measure, fix, and report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394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</a:t>
            </a:r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P(CPI &gt; 0.3%) can never exceed P(CPI &gt; 0.2%) — but contracts trade independently, and stale quotes sometimes price them out of order. Differencing would then give a negative probability.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</a:t>
            </a:r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minimum — cap each price at the level of the one below it. Deterministic and conservative.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accounting: </a:t>
            </a:r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violation size is stored in every row (mono_violation): nonzero on 12% of days, median under 1¢, max 41¢, and correlated with spreads (0.34) — a thin-market symptom, reported, not hidden.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309360" y="1325880"/>
            <a:ext cx="5303520" cy="4846320"/>
          </a:xfrm>
          <a:prstGeom prst="roundRect">
            <a:avLst>
              <a:gd name="adj" fmla="val 1887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— CPI-24JAN, Feb 1 2024 (12 days pre-release)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quoted midpoints; two prices sit above the one below them: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194560"/>
          <a:ext cx="47548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1887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Quoted P(above)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fix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−0.2%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−0.1%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 ← illogical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0.905 ← still above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583680" y="46177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“Above −0.1%” priced ABOVE “above −0.2%” — impossible; unfixed it implies a −7% probability. The running minimum caps both offenders at 0.900 and records mono_violation = 0.07. (Bottom slice ≤ −0.2% gets the remaining 0.10; slices sum to 1.)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2026-07-28T22:46:45Z</dcterms:created>
  <dcterms:modified xsi:type="dcterms:W3CDTF">2026-07-28T22:46:45Z</dcterms:modified>
</cp:coreProperties>
</file>